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388" y="-3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Before vs After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00000"/>
                </a:solidFill>
              </a:defRPr>
            </a:pPr>
            <a:r>
              <a:t>Before (Manual Process)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000"/>
                </a:solidFill>
              </a:defRPr>
            </a:pPr>
            <a:r>
              <a:t>After (Automated Process)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 dirty="0">
                <a:solidFill>
                  <a:schemeClr val="tx1"/>
                </a:solidFill>
              </a:rPr>
              <a:t>Open each MS Access database individually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Open respective month table and delete existing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Place new Python-generated output data into tables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Update mapping files in each database individually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2064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Run set of queries in each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4360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Export data to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76656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Insert/delete rows and columns manually in Excel 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758952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Refresh pivot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841248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Format sheets uniformly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35440"/>
            <a:ext cx="3657600" cy="640080"/>
          </a:xfrm>
          <a:prstGeom prst="rect">
            <a:avLst/>
          </a:prstGeom>
          <a:solidFill>
            <a:srgbClr val="FF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Reconcile numbers with FX rates manually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82880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Place updated Python-generated files in respective month folders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5176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Update mapping files and FX rates as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47472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Run Python automation tool with a double-click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29768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Tool consolidates files and performs dynamic mapping, filtering, and lookups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512064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Generates month-on-month L3 pivot tables per entity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594360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Outputs a single Excel file with all pivots and base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766560"/>
            <a:ext cx="365760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sz="1100">
                <a:solidFill>
                  <a:schemeClr val="tx1"/>
                </a:solidFill>
              </a:rPr>
              <a:t>Completes process in under 5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134</Words>
  <Application>Microsoft Office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Kirti Sharma</cp:lastModifiedBy>
  <cp:revision>2</cp:revision>
  <dcterms:created xsi:type="dcterms:W3CDTF">2013-01-27T09:14:16Z</dcterms:created>
  <dcterms:modified xsi:type="dcterms:W3CDTF">2025-11-06T11:54:51Z</dcterms:modified>
  <cp:category/>
</cp:coreProperties>
</file>